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CorpConnect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İçi Çalışan Yönetim Platformu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Nedir?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içi iletişim ve yönetim için bir intranet uygulaması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Çalışanlar tek bir platformda buluşuyor: mesajlaşma, haberler, eğitim, anket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Yöneticiler için raporlama ve yönetim paneli (SuperAdmin)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arayüz, kurumsal kullanıma uygun tasarım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Projeyi Yaptım?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Şirketlerde iletişim genelde dağınık: e-posta, WhatsApp, sözlü...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Bilgiler kayboluyor, yeni çalışanlar geç adapte oluyor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kurumsal platformda her şeyi toplamak hedeflendi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teknolojilerini uçtan uca uygulama fırsatı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Rolleri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Sistem yöneticisi, tüm verilere erişim, SuperAdmin paneli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Yönetici, onay süreçlerinde yetkili (izin, masraf vb.)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— Standart çalışan, günlük modülleri kullanır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rol kendi yetki seviyesine göre farklı sayfaları görür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mesajlaşma (Socket.IO ile gerçek zamanlı)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haberleri ve duyurular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modülü (kurs ve içerikler)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Anket sistemi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sistemi (anlık push)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yönetimi ve dosya yükleme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Teknolojiler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+ Express + Prisma ORM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Veritabanı: MySQL 8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zamanlı: Socket.IO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19 + Vite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Stil: Tailwind CSS v4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Yönlendirme: React Router v7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Yapı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katmanları: routes → validations → controllers → Prisma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tabanlı kimlik doğrulama (15 dk access + 7 gün refresh)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Şifreler bcrypt ile hash'leniyor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CORS + dosya tipi whitelist ile güvenlik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tarafında Context API ile state yönetimi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Önlemleri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tabanlı oturum yönetimi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ile şifre hashleme (10 round)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bazlı erişim kontrolü (role middleware)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endpoint'lerinde rate limit (15 dk / 10 deneme)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yüklemede 10MB limit + MIME whitelist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yazma işlemleri için activity log (audit trail)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Akışı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Giriş ekranı ve kayıt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Dashboard — günlük özet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Mesajlaşma — gerçek zamanlı sohbet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Haberler ve duyurular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SuperAdmin paneli (yönetici görünümü)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CorpConnect Sunumu</dc:title>
  <dc:subject>PptxGenJS Presentation</dc:subject>
  <dc:creator>PptxGenJS</dc:creator>
  <cp:lastModifiedBy>PptxGenJS</cp:lastModifiedBy>
  <cp:revision>1</cp:revision>
  <dcterms:created xsi:type="dcterms:W3CDTF">2026-05-05T20:13:49Z</dcterms:created>
  <dcterms:modified xsi:type="dcterms:W3CDTF">2026-05-05T20:13:49Z</dcterms:modified>
</cp:coreProperties>
</file>